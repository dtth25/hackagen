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Tổng quan các bài toán lập trình thi đấu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Giới thiệu về các dạng bài toán thường gặp trong lập trình thi đấu.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Tập trung vào các bài toán từ đề thi tuyển chọn.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Nâng cao tư duy giải quyết vấn đề và kỹ năng thuật toán.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E22CE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Biểu tượng lập trình, mã nguồn trên màn hình máy tính, huy chương hoặc cúp tượng trưng cho thành công.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Các Dạng Bài Toán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Bài toán trên cây (Tree Problems)**: Xử lý cấu trúc dữ liệu dạng cây.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Bài toán quy hoạch động (Dynamic Programming)**: Tối ưu hóa với các truy vấn đoạn.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Bài toán trên lưới (Grid/Matrix Problems)**: Thao tác và tối ưu trên ma trận.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Bài toán tổ hợp và đếm (Combinatorics &amp; Counting)**: Đếm số lượng cấu hình thỏa mãn.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Bốn biểu tượng nhỏ: một cây đồ thị, một biểu đồ DP, một lưới caro, và một biểu tượng sigma hoặc tổ hợp.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Bài toán 1: MEX trên cây (TREEMEX.cpp)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Mục tiêu**: Tính tổng độ đẹp của tất cả các cặp đỉnh (i, j) trên cây.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Độ đẹp (beauty(i, j))**: Được định nghĩa là MEX của tập đỉnh trên đường đi đơn giản giữa i và j.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MEX (Minimum EXcluded)**: Số nguyên không âm nhỏ nhất không xuất hiện trong một tập hợp.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Thách thức**: Xử lý hiệu quả trên cây lớn và tính toán MEX.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Một cây đồ thị đơn giản với 5-7 đỉnh được đánh số. Một đường đi giữa hai đỉnh được tô màu nổi bật, kèm theo chú thích 'M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Bài toán 2: Ba lô với Truy vấn đoạn (KNAPSACK.cpp)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Mục tiêu**: Tìm tổng giá trị lớn nhất khi chọn vật phẩm trong một đoạn cho trước.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Đầu vào**: N vật phẩm (trọng lượng Wi, giá trị Vi) và Q truy vấn (Lj, Rj, Cj).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Ràng buộc**: Tổng trọng lượng của các vật phẩm được chọn không vượt quá Cj.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Thách thức**: Kết hợp bài toán ba lô cổ điển với truy vấn trên đoạn lớn.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7490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Hình ảnh một cái ba lô với các vật phẩm có nhãn 'W:x, V:y'. Một thanh trượt hoặc mũi tên chỉ ra một đoạn [Lj, Rj] trên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Bài toán 3: Bàn cờ đẹp (CHESSBOARD.cpp)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Mục tiêu**: Tìm số ô ít nhất cần đổi màu để bàn cờ trở thành 'đẹp'.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Định nghĩa 'đẹp'**: Mọi bảng con vuông có cạnh chẵn đều chứa một số lẻ ô đen.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Đầu vào**: Bàn cờ kích thước N x M với trạng thái ban đầu (trắng/đen).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Thách thức**: Tối ưu hóa biến đổi trên ma trận lớn, tìm kiếm cấu hình tối thiểu.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E22CE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Một bàn cờ caro 4x4 hoặc 6x6 với một số ô được tô đen/trắng. Một hình vuông con 2x2 hoặc 4x4 được khoanh vùng nổi bật.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Bài toán 4: Đếm dãy số thỏa mãn tổng (BOUNDED.cpp)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Mục tiêu**: Đếm số lượng dãy số không âm x = (x1, ..., xN) thỏa mãn điều kiện.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Điều kiện**: Tổng `sum(Ai * xi)` không vượt quá M.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Đầu vào**: Dãy số nguyên dương A = (A1, ..., AN) và số nguyên dương M.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Kết quả**: In ra số dư của kết quả khi chia cho `10^9 + 7` (modulo lớn).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Một công thức toán học với dấu sigma: Σ(Ai * xi) ≤ M. Các biến x1, x2, ..., xN được biểu diễn bằng các hộp rỗng.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Các Kỹ thuật Giải quyết Vấn đề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Quy hoạch động (DP)**: Giải quyết các bài toán tối ưu có cấu trúc con chồng chéo.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Cấu trúc dữ liệu (Data Structures)**: Sử dụng cây phân đoạn, cây Fenwick để xử lý truy vấn nhanh.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Lý thuyết số &amp; Tổ hợp**: Áp dụng cho các bài toán đếm, tính toán modulo.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Thuật toán trên đồ thị**: Duyệt cây (DFS/BFS), tìm đường đi, xử lý các thuộc tính đồ thị.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97706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Một sơ đồ tư duy (mind map) với các nhánh chính: 'Dynamic Programming', 'Data Structures', 'Number Theory &amp; Combinatoric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812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</a:defRPr>
            </a:pPr>
            <a:r>
              <a:t>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00200"/>
            <a:ext cx="6537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Các bài toán đa dạng, đòi hỏi sự kết hợp nhiều kiến thức và kỹ năng.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Kỹ năng phân tích đề bài và lựa chọn thuật toán phù hợp là chìa khóa.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Thực hành thường xuyên giúp nâng cao tư duy giải quyết vấn đề và hiệu suất code.</a:t>
            </a:r>
          </a:p>
          <a:p>
            <a:pPr>
              <a:spcAft>
                <a:spcPts val="1000"/>
              </a:spcAft>
              <a:defRPr sz="2000">
                <a:solidFill>
                  <a:srgbClr val="1F2937"/>
                </a:solidFill>
              </a:defRPr>
            </a:pPr>
            <a:r>
              <a:t>Luôn tìm hiểu các kỹ thuật mới và tối ưu hóa giải pháp.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371600"/>
            <a:ext cx="3794760" cy="4069080"/>
          </a:xfrm>
          <a:prstGeom prst="roundRect">
            <a:avLst/>
          </a:prstGeom>
          <a:solidFill>
            <a:srgbClr val="F5F7FB"/>
          </a:solidFill>
          <a:ln>
            <a:solidFill>
              <a:srgbClr val="DD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32520" y="2240280"/>
            <a:ext cx="1737360" cy="1737360"/>
          </a:xfrm>
          <a:prstGeom prst="ellipse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98280" y="2606039"/>
            <a:ext cx="100584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83464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7490"/>
                </a:solidFill>
              </a:defRPr>
            </a:pPr>
            <a:r>
              <a:t>Ý chính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55955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Biểu tượng 'mục tiêu đạt được' hoặc 'phát triển kỹ năng' với các mũi tên đi lên, thể hiện sự tiến bộ và học hỏi liên tục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72784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Slide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