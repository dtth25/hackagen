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Gi Ing: Trí Tu I Nhân TIo &amp; HIc Máy CI BIn Khái quát chung và Ing d Ing trong th Ic t I Trí tu I nhân t Io (Artificial Intelligence - AI) là ngành khoa h Ic máy tính nh Im t Io ra các máy móc ho Ic h I th Ing có kh 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Gi Ing: Trí Tu I Nhân TIo &amp; HIc Máy CI BIn Khái quát chung và Ing d Ing trong th Ic t I Trí tu I nhân t Io (Artificial Intelligence - AI) là ngành khoa h Ic máy tính nh Im t Io ra các máy móc ho Ic h I th Ing có kh 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Gi Ing: Trí Tu I Nhân TIo &amp; HIc Máy CI BIn Khái quát chung và Ing d Ing trong th Ic t I Trí tu I nhân t Io (Artificial Intelligence - AI) là ngành khoa h Ic máy tính nh Im t Io ra các máy móc ho Ic h I th Ing có kh 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Gi Ing: Trí Tu I Nhân TIo &amp; HIc Máy CI BIn Khái quát chung và Ing d Ing trong th Ic t I Trí tu I nhân t Io (Artificial Intelligence - AI) là ngành khoa h Ic máy tính nh Im t Io ra các máy móc ho Ic h I th Ing có kh 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Gi Ing: Trí Tu I Nhân TIo &amp; HIc Máy CI BIn Khái quát chung và Ing d Ing trong th Ic t I Trí tu I nhân t Io (Artificial Intelligence - AI) là ngành khoa h Ic máy tính nh Im t Io ra các máy móc ho Ic h I th Ing có kh 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Gi Ing: Trí Tu I Nhân TIo &amp; HIc Máy CI BIn Khái quát chung và Ing d Ing trong th Ic t I Trí tu I nhân t Io (Artificial Intelligence - AI) là ngành khoa h Ic máy tính nh Im t Io ra các máy móc ho Ic h I th Ing có kh 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1. Bài gi ing trí tu i nhân 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Bài Gi Ing: Trí Tu I Nhân TIo &amp; HIc Máy CI BIn Khái quát chung và Ing d Ing trong th Ic t I Trí tu I nhân t Io (Artifici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39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4155"/>
                </a:solidFill>
              </a:defRPr>
            </a:pPr>
            <a:r>
              <a:t>•  Bài Gᵢ Ing: Trí Tu I Nhân TIo &amp; HIc Máy CI BIn Khái quát chung và Ing d Ing trong th Ic t I Trí tu I nhân t Io (Artifici</a:t>
            </a:r>
          </a:p>
          <a:p>
            <a:pPr>
              <a:spcAft>
                <a:spcPts val="1200"/>
              </a:spcAft>
              <a:defRPr sz="2200">
                <a:solidFill>
                  <a:srgbClr val="334155"/>
                </a:solidFill>
              </a:defRPr>
            </a:pPr>
            <a:r>
              <a:t>•  Phân tích cơ chế hoạt động và điều kiện áp dụng.</a:t>
            </a:r>
          </a:p>
          <a:p>
            <a:pPr>
              <a:spcAft>
                <a:spcPts val="1200"/>
              </a:spcAft>
              <a:defRPr sz="2200">
                <a:solidFill>
                  <a:srgbClr val="334155"/>
                </a:solidFill>
              </a:defRPr>
            </a:pPr>
            <a:r>
              <a:t>•  Liên hệ khái niệm với tình huống và ví dụ cụ thể.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Bài giảng: Mô hình học máy và Gradient Descent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2. Bài gi ing trí tu i nhân 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Bài Gi Ing: Trí Tu I Nhân TIo &amp; HIc Máy CI BIn Khái quát chung và Ing d Ing trong th Ic t I Trí tu I nhân t Io (Artifici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39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4155"/>
                </a:solidFill>
              </a:defRPr>
            </a:pPr>
            <a:r>
              <a:t>•  Bài Gᵢ Ing: Trí Tu I Nhân TIo &amp; HIc Máy CI BIn Khái quát chung và Ing d Ing trong th Ic t I Trí tu I nhân t Io (Artifici</a:t>
            </a:r>
          </a:p>
          <a:p>
            <a:pPr>
              <a:spcAft>
                <a:spcPts val="1200"/>
              </a:spcAft>
              <a:defRPr sz="2200">
                <a:solidFill>
                  <a:srgbClr val="334155"/>
                </a:solidFill>
              </a:defRPr>
            </a:pPr>
            <a:r>
              <a:t>•  Phân tích cơ chế hoạt động và điều kiện áp dụng.</a:t>
            </a:r>
          </a:p>
          <a:p>
            <a:pPr>
              <a:spcAft>
                <a:spcPts val="1200"/>
              </a:spcAft>
              <a:defRPr sz="2200">
                <a:solidFill>
                  <a:srgbClr val="334155"/>
                </a:solidFill>
              </a:defRPr>
            </a:pPr>
            <a:r>
              <a:t>•  Liên hệ khái niệm với tình huống và ví dụ cụ thể.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Bài giảng: Mô hình học máy và Gradient Descent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3. Bài gi ing trí tu i nhân 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Bài Gi Ing: Trí Tu I Nhân TIo &amp; HIc Máy CI BIn Khái quát chung và Ing d Ing trong th Ic t I Trí tu I nhân t Io (Artifici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39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4155"/>
                </a:solidFill>
              </a:defRPr>
            </a:pPr>
            <a:r>
              <a:t>•  Bài Gᵢ Ing: Trí Tu I Nhân TIo &amp; HIc Máy CI BIn Khái quát chung và Ing d Ing trong th Ic t I Trí tu I nhân t Io (Artifici</a:t>
            </a:r>
          </a:p>
          <a:p>
            <a:pPr>
              <a:spcAft>
                <a:spcPts val="1200"/>
              </a:spcAft>
              <a:defRPr sz="2200">
                <a:solidFill>
                  <a:srgbClr val="334155"/>
                </a:solidFill>
              </a:defRPr>
            </a:pPr>
            <a:r>
              <a:t>•  Phân tích cơ chế hoạt động và điều kiện áp dụng.</a:t>
            </a:r>
          </a:p>
          <a:p>
            <a:pPr>
              <a:spcAft>
                <a:spcPts val="1200"/>
              </a:spcAft>
              <a:defRPr sz="2200">
                <a:solidFill>
                  <a:srgbClr val="334155"/>
                </a:solidFill>
              </a:defRPr>
            </a:pPr>
            <a:r>
              <a:t>•  Liên hệ khái niệm với tình huống và ví dụ cụ thể.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Bài giảng: Mô hình học máy và Gradient Descent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4. Bài gi ing trí tu i nhân 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Bài Gi Ing: Trí Tu I Nhân TIo &amp; HIc Máy CI BIn Khái quát chung và Ing d Ing trong th Ic t I Trí tu I nhân t Io (Artifici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39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4155"/>
                </a:solidFill>
              </a:defRPr>
            </a:pPr>
            <a:r>
              <a:t>•  Bài Gᵢ Ing: Trí Tu I Nhân TIo &amp; HIc Máy CI BIn Khái quát chung và Ing d Ing trong th Ic t I Trí tu I nhân t Io (Artifici</a:t>
            </a:r>
          </a:p>
          <a:p>
            <a:pPr>
              <a:spcAft>
                <a:spcPts val="1200"/>
              </a:spcAft>
              <a:defRPr sz="2200">
                <a:solidFill>
                  <a:srgbClr val="334155"/>
                </a:solidFill>
              </a:defRPr>
            </a:pPr>
            <a:r>
              <a:t>•  Phân tích cơ chế hoạt động và điều kiện áp dụng.</a:t>
            </a:r>
          </a:p>
          <a:p>
            <a:pPr>
              <a:spcAft>
                <a:spcPts val="1200"/>
              </a:spcAft>
              <a:defRPr sz="2200">
                <a:solidFill>
                  <a:srgbClr val="334155"/>
                </a:solidFill>
              </a:defRPr>
            </a:pPr>
            <a:r>
              <a:t>•  Liên hệ khái niệm với tình huống và ví dụ cụ thể.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Bài giảng: Mô hình học máy và Gradient Descent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5. Bài gi ing trí tu i nhân 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Bài Gi Ing: Trí Tu I Nhân TIo &amp; HIc Máy CI BIn Khái quát chung và Ing d Ing trong th Ic t I Trí tu I nhân t Io (Artifici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39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4155"/>
                </a:solidFill>
              </a:defRPr>
            </a:pPr>
            <a:r>
              <a:t>•  Bài Gᵢ Ing: Trí Tu I Nhân TIo &amp; HIc Máy CI BIn Khái quát chung và Ing d Ing trong th Ic t I Trí tu I nhân t Io (Artifici</a:t>
            </a:r>
          </a:p>
          <a:p>
            <a:pPr>
              <a:spcAft>
                <a:spcPts val="1200"/>
              </a:spcAft>
              <a:defRPr sz="2200">
                <a:solidFill>
                  <a:srgbClr val="334155"/>
                </a:solidFill>
              </a:defRPr>
            </a:pPr>
            <a:r>
              <a:t>•  Phân tích cơ chế hoạt động và điều kiện áp dụng.</a:t>
            </a:r>
          </a:p>
          <a:p>
            <a:pPr>
              <a:spcAft>
                <a:spcPts val="1200"/>
              </a:spcAft>
              <a:defRPr sz="2200">
                <a:solidFill>
                  <a:srgbClr val="334155"/>
                </a:solidFill>
              </a:defRPr>
            </a:pPr>
            <a:r>
              <a:t>•  Liên hệ khái niệm với tình huống và ví dụ cụ thể.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Bài giảng: Mô hình học máy và Gradient Descent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6. Bài gi ing trí tu i nhân 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Bài Gi Ing: Trí Tu I Nhân TIo &amp; HIc Máy CI BIn Khái quát chung và Ing d Ing trong th Ic t I Trí tu I nhân t Io (Artifici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39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4155"/>
                </a:solidFill>
              </a:defRPr>
            </a:pPr>
            <a:r>
              <a:t>•  Bài Gᵢ Ing: Trí Tu I Nhân TIo &amp; HIc Máy CI BIn Khái quát chung và Ing d Ing trong th Ic t I Trí tu I nhân t Io (Artifici</a:t>
            </a:r>
          </a:p>
          <a:p>
            <a:pPr>
              <a:spcAft>
                <a:spcPts val="1200"/>
              </a:spcAft>
              <a:defRPr sz="2200">
                <a:solidFill>
                  <a:srgbClr val="334155"/>
                </a:solidFill>
              </a:defRPr>
            </a:pPr>
            <a:r>
              <a:t>•  Phân tích cơ chế hoạt động và điều kiện áp dụng.</a:t>
            </a:r>
          </a:p>
          <a:p>
            <a:pPr>
              <a:spcAft>
                <a:spcPts val="1200"/>
              </a:spcAft>
              <a:defRPr sz="2200">
                <a:solidFill>
                  <a:srgbClr val="334155"/>
                </a:solidFill>
              </a:defRPr>
            </a:pPr>
            <a:r>
              <a:t>•  Liên hệ khái niệm với tình huống và ví dụ cụ thể.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Bài giảng: Mô hình học máy và Gradient Descent | Slide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